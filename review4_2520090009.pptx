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SignBridge  •  Project Review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h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502920"/>
            <a:ext cx="3200400" cy="426607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234440"/>
            <a:ext cx="109728" cy="15544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8680" y="1143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SignBridge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1920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AI-Powered Two-Way Sign Language Translator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900"/>
                </a:solidFill>
              </a:rPr>
              <a:t>Project Review 1 &amp; 2  –  Consolidated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49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6F0"/>
                </a:solidFill>
              </a:rPr>
              <a:t>K. Hasini – 2520090209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6F0"/>
                </a:solidFill>
              </a:rPr>
              <a:t>L. Lavanya – 2520090009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6F0"/>
                </a:solidFill>
              </a:rPr>
              <a:t>Y25  •  2026-2027 Trimester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Abstract &amp; Introduction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Bridging the communication gap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</a:rPr>
              <a:t>Communication barriers between sign language users and the wider community remain a significant accessibility challenge, particularly when interpreters are unavailable.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4023360" cy="137160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82296" cy="13716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</a:rPr>
              <a:t>Two-Way Translation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60320"/>
            <a:ext cx="3657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Converts hand gestures into text and speech, and translates text or voice into visual sign representations in real time.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2194560"/>
            <a:ext cx="4023360" cy="137160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194560"/>
            <a:ext cx="82296" cy="13716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</a:rPr>
              <a:t>Intelligent Platform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560320"/>
            <a:ext cx="3657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Combines AI-based recognition, confidence-aware translation, personalized learning, and modern backend engineering.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Why a new approach is needed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Communication barriers persist between sign language users and the hearing community, especially when a human interpreter is unavailable.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Existing tools are typically one-directional: they convert signs to text but do not translate spoken or written language back into sign form.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Most gesture-recognition systems cannot flag uncertain predictions, so misread gestures become confident, incorrect translations.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Deaf and hard-of-hearing people lack a fast, dedicated way to communicate critical or emergency information when interpreters or app support are limited.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Two-way translation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2801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Gestures to text/speech, and text or voice to visual signs, in real 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82496"/>
            <a:ext cx="8229600" cy="658368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82496"/>
            <a:ext cx="82296" cy="65836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7556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Reliable recognition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04825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Confidence scoring detects uncertain predictions and prompts a repeat.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8229600" cy="658368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50592"/>
            <a:ext cx="82296" cy="65836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5237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Personalized vocabulary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81635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“Teach the AI” lets users add their own gestures.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18688"/>
            <a:ext cx="8229600" cy="658368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18688"/>
            <a:ext cx="82296" cy="658368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Emergency communication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58444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Emergency Mode gives quick access to critical phrases.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86784"/>
            <a:ext cx="8229600" cy="658368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986784"/>
            <a:ext cx="82296" cy="65836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05993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Secure, scalable platform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3525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Service-oriented architecture with JWT, RBAC and Docker deployment.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Proposed System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A real-time, two-way sign language translation platform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OpenCV and MediaPipe capture hand gestures and extract landmarks; a TensorFlow / TF-Lite model classifies the gesture.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A confidence-scoring mechanism flags uncertain predictions and asks the user to repeat unclear gestures.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A Smart Phrase Builder combines recognized signs into meaningful sentences.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Emergency Mode surfaces critical phrases instantly; “Teach the AI” expands the gesture vocabulary.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Built with React.js, FastAPI and MySQL (SQLAlchemy), secured with JWT authentication and role-based access control.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Hardware &amp; Software Requirements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265176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" cy="265176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170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</a:rPr>
              <a:t>Capture Hardware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463040"/>
            <a:ext cx="15544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Camera-enabled device with enough processor and memory for computer-vision inference; audio output for spoken translations.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20240" cy="265176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097280"/>
            <a:ext cx="82296" cy="2651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88920" y="1170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</a:rPr>
              <a:t>Frontend &amp; API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1463040"/>
            <a:ext cx="15544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React.js frontend with a FastAPI backend for a responsive UI and REST API layer.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20240" cy="265176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97280"/>
            <a:ext cx="82296" cy="265176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1170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</a:rPr>
              <a:t>AI &amp; Vision Stack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463040"/>
            <a:ext cx="15544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OpenCV and MediaPipe for hand landmarks; TensorFlow/Keras or TF-Lite for gesture classification.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097280"/>
            <a:ext cx="1920240" cy="265176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1097280"/>
            <a:ext cx="82296" cy="265176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95160" y="1170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</a:rPr>
              <a:t>Backend &amp; DevOps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463040"/>
            <a:ext cx="15544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MySQL with SQLAlchemy ORM, JWT, RBAC, Docker deployment, API docs, testing and monitoring.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React client  •  FastAPI backend  •  AI/ML engine  •  MySQL</a:t>
            </a:r>
            <a:endParaRPr lang="en-US" sz="1300" dirty="0"/>
          </a:p>
        </p:txBody>
      </p:sp>
      <p:pic>
        <p:nvPicPr>
          <p:cNvPr id="4" name="Image 0" descr="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05840"/>
            <a:ext cx="7315200" cy="36018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Key System Capabilities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From gesture capture to a meaningful sentence, with confidence checks at every stage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Capture Landmarks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097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</a:rPr>
              <a:t>›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828800" cy="54864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6032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Classify Gesture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1097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828800" cy="5486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A"/>
                </a:solidFill>
              </a:rPr>
              <a:t>Score Confidence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097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766560" y="1097280"/>
            <a:ext cx="1828800" cy="54864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6656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Build Phrase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4023360" cy="10972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82296" cy="109728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Landmark Recognition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23774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OpenCV + MediaPipe capture precise hand landmarks for the TensorFlow classifier.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011680"/>
            <a:ext cx="4023360" cy="10972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011680"/>
            <a:ext cx="82296" cy="10972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Smart Phrase Builder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23774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Combines recognized signs into grammatically coherent sentences.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4023360" cy="10972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291840"/>
            <a:ext cx="82296" cy="109728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Emergency Mode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36576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One-tap access to critical preset phrases for time-sensitive situations.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291840"/>
            <a:ext cx="4023360" cy="10972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291840"/>
            <a:ext cx="82296" cy="10972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92040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Teach the AI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36576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Users add personalized gestures beyond the default sign set.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Modules / Functionalities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82296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" cy="82296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987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Gesture Recognition Engine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280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OpenCV + MediaPipe landmarks, TensorFlow / TF-Lite classifier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82296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914400"/>
            <a:ext cx="82296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987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Two-Way Translation Engine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280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Gesture → text/speech and text/voice → sign visual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4023360" cy="82296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74520"/>
            <a:ext cx="82296" cy="82296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1947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Confidence Feedback Loop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240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Flags low-confidence predictions; user can correct them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874520"/>
            <a:ext cx="4023360" cy="82296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874520"/>
            <a:ext cx="82296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1947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Smart Phrase Builder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240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Joins recognized signs into a coherent sentence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4023360" cy="82296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34640"/>
            <a:ext cx="82296" cy="82296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Emergency Mode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2004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One-tap access to critical predefined phrases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2834640"/>
            <a:ext cx="4023360" cy="82296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834640"/>
            <a:ext cx="82296" cy="82296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9204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Teach the AI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32004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Users add and label personalized custom gestures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4023360" cy="82296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794760"/>
            <a:ext cx="82296" cy="822960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Authentication &amp; RBAC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160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JWT login with admin / user / guest roles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63440" y="3794760"/>
            <a:ext cx="4023360" cy="82296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794760"/>
            <a:ext cx="82296" cy="8229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892040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Dashboard &amp; Sign Library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892040" y="4160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Known signs, saved phrases, translations, custom gestures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Frontend Design &amp; Implementation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Live dashboard built with React.js</a:t>
            </a:r>
            <a:endParaRPr lang="en-US" sz="1300" dirty="0"/>
          </a:p>
        </p:txBody>
      </p:sp>
      <p:pic>
        <p:nvPicPr>
          <p:cNvPr id="4" name="Image 0" descr="u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120640" cy="239252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52160" y="114300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</a:rPr>
              <a:t>Dashboard / Home: quick launch and live usage stats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</a:rPr>
              <a:t>Translate: real-time gesture-to-text/speech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</a:rPr>
              <a:t>Phrase Builder: combine signs into sentences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</a:rPr>
              <a:t>Emergency Mode: one-tap critical phrases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</a:rPr>
              <a:t>Teach the AI: add custom gestures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</a:rPr>
              <a:t>Sign Library: browse all known signs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ER Diagram (Logical)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Crow's foot notation – 10 tables with PK / FK relationships</a:t>
            </a:r>
            <a:endParaRPr lang="en-US" sz="1300" dirty="0"/>
          </a:p>
        </p:txBody>
      </p:sp>
      <p:pic>
        <p:nvPicPr>
          <p:cNvPr id="4" name="Image 0" descr="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254" y="1005840"/>
            <a:ext cx="6935493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Database Schema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MySQL, accessed via SQLAlchemy ORM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Columns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role_id (PK), role_name, description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</a:rPr>
                        <a:t>user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user_id (PK), full_name, email, role_id (FK)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</a:rPr>
                        <a:t>session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session_id (PK), user_id (FK), jwt_token, device_info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</a:rPr>
                        <a:t>gesture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gesture_id (PK), gesture_label, landmark_data, created_by (FK)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</a:rPr>
                        <a:t>translation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translation_id (PK), user_id (FK), session_id (FK), confidence_score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</a:rPr>
                        <a:t>translation_gesture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translation_id, gesture_id (PK, FK), sequence_order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</a:rPr>
                        <a:t>confidence_feedback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feedback_id (PK), translation_id (FK), predicted_label, actual_label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</a:rPr>
                        <a:t>emergency_phrase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emergency_id (PK), phrase_text, category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</a:rPr>
                        <a:t>user_emergency_favorite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user_id, emergency_id (PK, FK), added_at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</a:rPr>
                        <a:t>audit_log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log_id (PK), user_id (FK), action, timestamp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Sample Database Records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Populated MySQL data</a:t>
            </a:r>
            <a:endParaRPr lang="en-US" sz="1300" dirty="0"/>
          </a:p>
        </p:txBody>
      </p:sp>
      <p:pic>
        <p:nvPicPr>
          <p:cNvPr id="4" name="Image 0" descr="reco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66639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Current Progress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920240" cy="10972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1920240" cy="6400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4E79"/>
                </a:solidFill>
              </a:rPr>
              <a:t>37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Known signs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914400"/>
            <a:ext cx="1920240" cy="10972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914400"/>
            <a:ext cx="1920240" cy="6400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60320" y="10241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4E79"/>
                </a:solidFill>
              </a:rPr>
              <a:t>3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Saved phrases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1920240" cy="10972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914400"/>
            <a:ext cx="1920240" cy="64008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10241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4E79"/>
                </a:solidFill>
              </a:rPr>
              <a:t>5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Translations logged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914400"/>
            <a:ext cx="1920240" cy="10972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914400"/>
            <a:ext cx="1920240" cy="6400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0241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4E79"/>
                </a:solidFill>
              </a:rPr>
              <a:t>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Custom gestures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37744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Dashboard UI implemented in React.js with live usage statistics.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Database schema fully designed and implemented in MySQL, with sample data.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Backend API scaffolding underway in FastAPI, including JWT authentication endpoints.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Gesture-recognition pipeline (OpenCV + MediaPipe + TensorFlow) integrated in a working prototype.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Challenges / Issues Faced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Reliable hand-landmark detection under varying lighting, backgrounds and skin tones.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Balancing model size and inference speed for real-time use on modest hardware (TF-Lite optimization).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Designing a confidence threshold that catches genuine errors without over-prompting the user.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Structuring the database for ordered gesture sequences and user-taught gestures.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Applying JWT authentication and RBAC consistently across all API endpoints.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Expanded vocabulary &amp; sign languages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2801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Grow the gesture library; support multiple standards (ASL, ISL) and regional variations.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82496"/>
            <a:ext cx="8229600" cy="658368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82496"/>
            <a:ext cx="82296" cy="65836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7556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Continuous, sentence-level recognition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04825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Move from isolated signs to fluent continuous-sign understanding.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8229600" cy="658368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50592"/>
            <a:ext cx="82296" cy="65836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5237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Better accuracy &amp; personalization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81635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Larger, more diverse dataset; richer feedback loops and adaptive fine-tuning.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18688"/>
            <a:ext cx="8229600" cy="658368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18688"/>
            <a:ext cx="82296" cy="658368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Mobile, edge &amp; video calls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58444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Mobile app, edge deployment, live video-call translation, and monitoring.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86784"/>
            <a:ext cx="8229600" cy="658368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986784"/>
            <a:ext cx="82296" cy="65836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05993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User testing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3525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Test with the Deaf and hard-of-hearing community to refine usability and accuracy.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09728" cy="6400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828800"/>
          </a:xfrm>
          <a:prstGeom prst="rect">
            <a:avLst/>
          </a:prstGeom>
          <a:solidFill>
            <a:srgbClr val="2A619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</a:rPr>
              <a:t>Beyond conventional detection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Moves past isolated gesture recognition to a reliable, adaptive, two-way platform.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606040" cy="1828800"/>
          </a:xfrm>
          <a:prstGeom prst="rect">
            <a:avLst/>
          </a:prstGeom>
          <a:solidFill>
            <a:srgbClr val="2A619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</a:rPr>
              <a:t>Inclusive by design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468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Serves both sign language users and hearing people unfamiliar with sign language.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06040" cy="1828800"/>
          </a:xfrm>
          <a:prstGeom prst="rect">
            <a:avLst/>
          </a:prstGeom>
          <a:solidFill>
            <a:srgbClr val="2A61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</a:rPr>
              <a:t>Built to scale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468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Modular, service-oriented design with FastAPI, MySQL, JWT/RBAC and Docker.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nBridge">
  <a:themeElements>
    <a:clrScheme name="SignBridge">
      <a:dk1>
        <a:srgbClr val="1B2A3A"/>
      </a:dk1>
      <a:lt1>
        <a:srgbClr val="FFFFFF"/>
      </a:lt1>
      <a:dk2>
        <a:srgbClr val="1F4E79"/>
      </a:dk2>
      <a:lt2>
        <a:srgbClr val="F3F6FA"/>
      </a:lt2>
      <a:accent1>
        <a:srgbClr val="1F4E79"/>
      </a:accent1>
      <a:accent2>
        <a:srgbClr val="F2A900"/>
      </a:accent2>
      <a:accent3>
        <a:srgbClr val="2E7D5B"/>
      </a:accent3>
      <a:accent4>
        <a:srgbClr val="B5651D"/>
      </a:accent4>
      <a:accent5>
        <a:srgbClr val="6B7280"/>
      </a:accent5>
      <a:accent6>
        <a:srgbClr val="5B8DB8"/>
      </a:accent6>
      <a:hlink>
        <a:srgbClr val="1F4E79"/>
      </a:hlink>
      <a:folHlink>
        <a:srgbClr val="6B7280"/>
      </a:folHlink>
    </a:clrScheme>
    <a:fontScheme name="SignBridg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2026-10-03T09:34:39Z</dcterms:created>
  <dcterms:modified xsi:type="dcterms:W3CDTF">2026-10-03T09:34:39Z</dcterms:modified>
</cp:coreProperties>
</file>