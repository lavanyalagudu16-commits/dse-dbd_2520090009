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44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Accessibility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Two-Way Sign Language Translator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Y25  •  2026-2027 Trimester 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4E74B-9823-1C5F-3DE8-D16A1D69381C}"/>
              </a:ext>
            </a:extLst>
          </p:cNvPr>
          <p:cNvSpPr txBox="1"/>
          <p:nvPr/>
        </p:nvSpPr>
        <p:spPr>
          <a:xfrm>
            <a:off x="692332" y="4011090"/>
            <a:ext cx="2431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K.Hasini</a:t>
            </a:r>
            <a:r>
              <a:rPr lang="en-US" dirty="0">
                <a:solidFill>
                  <a:schemeClr val="bg1"/>
                </a:solidFill>
              </a:rPr>
              <a:t> – 2520090209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L.Lavanya</a:t>
            </a:r>
            <a:r>
              <a:rPr lang="en-US" dirty="0">
                <a:solidFill>
                  <a:schemeClr val="bg1"/>
                </a:solidFill>
              </a:rPr>
              <a:t> - 2520090009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barriers persist between sign language users and the wider hearing community, especially when a human interpreter is unavailable.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are typically one-directional — they convert signs to text, but do not translate spoken or written language back into sign form.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gesture-recognition systems lack a way to flag uncertain predictions, so misread gestures are passed on as confident, incorrect translations.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Deaf and hard-of-hearing individuals have no fast, dedicated way to communicate critical or emergency information when an interpreter or app support is limited.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2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Two-way translation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hand gestures to text/speech, and text or voice into visual sign representations, in real time.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 recognition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 confidence-scoring mechanism to detect uncertain predictions and prompt the user to repeat unclear gestures.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Personalized vocabulary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 users teach the AI new, personalized gestures through the “Teach the AI” feature.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communication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an Emergency Mode with quick access to critical phrases when time matters most.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Secure, scalable 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on a modular, service-oriented architecture with JWT authentication, RBAC, and Docker-based deployment.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AI-powered, two-way Sign Language Translation platform enabling real-time communication between sign language users and others.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and MediaPipe capture hand gestures and extract landmarks; a TensorFlow / TensorFlow Lite model classifies the gesture.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confidence-scoring mechanism identifies uncertain predictions and asks the user to repeat unclear gestures, improving reliability.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Smart Phrase Builder combines recognized signs into meaningful sentences.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Mode surfaces critical phrases instantly; “Teach the AI” lets users add and expand their own gesture vocabulary.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React.js, FastAPI, and MySQL (via SQLAlchemy), secured with JWT authentication and role-based access control.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58" y="1371600"/>
            <a:ext cx="10214204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/ Functionalities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51206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&amp; RBAC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JWT-based login with role-based access control (admin / user / guest).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Gesture Recognition Engine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OpenCV + MediaPipe landmark extraction and TensorFlow/TF-Lite classification.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Two-Way Translation Engine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Gesture → text/speech and text/voice → sign visual, in real time.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Phrase Builder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Combines a sequence of recognized signs into a coherent sentence.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Feedback Loop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low-confidence predictions and lets the user correct them.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Mode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One-tap access to critical, predefined phrases.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 the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Lets users add and label personalized custom gestures.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&amp; Sign Library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Tracks known signs, saved phrases, translations, and custom gestures.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Design &amp;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— React.js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37490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Home — quick-launch hero, live usage stats.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— real-time gesture-to-text/speech conversion.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Builder — combine signs into full sentences.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Mode — one-tap critical phrases.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the AI — add custom, personalized gestures.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Library — browse all known signs.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639CB0-ED74-9EBD-DB8B-DE91C93AB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76" y="2057400"/>
            <a:ext cx="7079724" cy="3307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— ER Diagram (Logical)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Crow's foot notation: tables, data types, primary/foreign keys</a:t>
            </a:r>
            <a:endParaRPr lang="en-US" sz="1400" dirty="0"/>
          </a:p>
        </p:txBody>
      </p:sp>
      <p:pic>
        <p:nvPicPr>
          <p:cNvPr id="4" name="Image 0" descr="crowsfoot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75" y="1371600"/>
            <a:ext cx="941857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 /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accessed via SQLAlchemy ORM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2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role_id (PK), role_name, 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(PK), full_name, email, role_id (FK)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session_id (PK), user_id (FK), jwt_token, device_info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gesture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gesture_id (PK), gesture_label, landmark_data, created_by (FK)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translation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translation_id (PK), user_id (FK), session_id (FK), confidence_score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translation_gesture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translation_id (PK, FK), gesture_id (PK, FK), sequence_order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confidence_feedback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feedback_id (PK), translation_id (FK), predicted_label, actual_label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emergency_phrase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emergency_id (PK), phrase_text, category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user_emergency_favorite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(PK, FK), emergency_id (PK, FK), added_at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audit_log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log_id (PK), user_id (FK), action, timestamp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Database Records</a:t>
            </a:r>
            <a:endParaRPr lang="en-US" sz="3000" dirty="0"/>
          </a:p>
        </p:txBody>
      </p:sp>
      <p:pic>
        <p:nvPicPr>
          <p:cNvPr id="3" name="Image 0" descr="signbridge_sample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4167"/>
            <a:ext cx="11247120" cy="36440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27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signs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627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phrases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627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 logged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8FC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627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gestures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 implemented in React.js with live usage statistics (screenshot on Slide 7).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fully designed and implemented in MySQL, with sample data populated.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scaffolding underway in FastAPI, including JWT authentication endpoints.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Gesture-recognition pipeline (OpenCV + MediaPipe + TensorFlow) integrated in a working prototype.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/ Issues Faced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Achieving reliable hand-landmark detection under varying lighting, backgrounds, and skin tones.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model size and inference speed for real-time performance on modest hardware (TF-Lite optimization).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confidence-scoring threshold that catches genuine errors without over-prompting the user.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the database to support ordered gesture sequences (Smart Phrase Builder) and user-taught gestures cleanly.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secure JWT authentication and role-based access control consistently across all API endpoints.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gesture vocabulary and add support for multiple sign language standards (e.g., ASL, ISL).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model accuracy with a larger, more diverse training dataset.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 mobile application for on-the-go translation.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real-time translation into live video calls.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user testing with the Deaf and hard-of-hearing community to refine usability and accuracy.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combines AI-based gesture recognition, confidence-aware translation, personalized learning, and two-way communication into one accessible platform.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secure backend (FastAPI, MySQL, JWT/RBAC, Docker) supports a scalable and maintainable system.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reliable, adaptive communication solution — not a conventional gesture-detection system — that meaningfully reduces communication barriers.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 •  Review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1126</Words>
  <Application>Microsoft Office PowerPoint</Application>
  <PresentationFormat>Widescreen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Expert</cp:lastModifiedBy>
  <cp:revision>3</cp:revision>
  <dcterms:created xsi:type="dcterms:W3CDTF">2026-09-11T07:06:58Z</dcterms:created>
  <dcterms:modified xsi:type="dcterms:W3CDTF">2026-10-01T04:52:35Z</dcterms:modified>
</cp:coreProperties>
</file>